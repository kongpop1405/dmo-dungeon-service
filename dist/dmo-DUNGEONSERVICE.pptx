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0287000" cy="10287000"/>
  <p:notesSz cx="6858000" cy="9144000"/>
  <p:embeddedFontLst>
    <p:embeddedFont>
      <p:font typeface="Arimo Bold" charset="1" panose="020B0704020202020204"/>
      <p:regular r:id="rId13"/>
    </p:embeddedFont>
    <p:embeddedFont>
      <p:font typeface="Shareb" charset="1" panose="00000000000000000000"/>
      <p:regular r:id="rId14"/>
    </p:embeddedFont>
    <p:embeddedFont>
      <p:font typeface="Arimo" charset="1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D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304800" cy="19050"/>
            <a:chOff x="0" y="0"/>
            <a:chExt cx="406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" y="114300"/>
            <a:ext cx="19050" cy="304800"/>
            <a:chOff x="0" y="0"/>
            <a:chExt cx="25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67900" y="114300"/>
            <a:ext cx="304800" cy="19050"/>
            <a:chOff x="0" y="0"/>
            <a:chExt cx="406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3650" y="114300"/>
            <a:ext cx="19050" cy="304800"/>
            <a:chOff x="0" y="0"/>
            <a:chExt cx="25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" y="10153650"/>
            <a:ext cx="304800" cy="19050"/>
            <a:chOff x="0" y="0"/>
            <a:chExt cx="406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" y="9867900"/>
            <a:ext cx="19050" cy="304800"/>
            <a:chOff x="0" y="0"/>
            <a:chExt cx="254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67900" y="10153650"/>
            <a:ext cx="304800" cy="19050"/>
            <a:chOff x="0" y="0"/>
            <a:chExt cx="406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53650" y="9867900"/>
            <a:ext cx="19050" cy="304800"/>
            <a:chOff x="0" y="0"/>
            <a:chExt cx="25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1938" y="261938"/>
            <a:ext cx="9763125" cy="1123950"/>
            <a:chOff x="0" y="0"/>
            <a:chExt cx="13017500" cy="149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3004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081020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75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492250"/>
                  </a:lnTo>
                  <a:cubicBezTo>
                    <a:pt x="13017500" y="1495806"/>
                    <a:pt x="13014706" y="1498600"/>
                    <a:pt x="13011150" y="1498600"/>
                  </a:cubicBezTo>
                  <a:lnTo>
                    <a:pt x="6350" y="1498600"/>
                  </a:lnTo>
                  <a:cubicBezTo>
                    <a:pt x="2794" y="1498600"/>
                    <a:pt x="0" y="1495806"/>
                    <a:pt x="0" y="14922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92250"/>
                  </a:lnTo>
                  <a:lnTo>
                    <a:pt x="6350" y="1492250"/>
                  </a:lnTo>
                  <a:lnTo>
                    <a:pt x="6350" y="1485900"/>
                  </a:lnTo>
                  <a:lnTo>
                    <a:pt x="13011150" y="1485900"/>
                  </a:lnTo>
                  <a:lnTo>
                    <a:pt x="13011150" y="1492250"/>
                  </a:lnTo>
                  <a:lnTo>
                    <a:pt x="13004800" y="1492250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1938" y="1547812"/>
            <a:ext cx="9763125" cy="7597378"/>
            <a:chOff x="0" y="0"/>
            <a:chExt cx="13017500" cy="10129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3004800" cy="10117074"/>
            </a:xfrm>
            <a:custGeom>
              <a:avLst/>
              <a:gdLst/>
              <a:ahLst/>
              <a:cxnLst/>
              <a:rect r="r" b="b" t="t" l="l"/>
              <a:pathLst>
                <a:path h="1011707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117074"/>
                  </a:lnTo>
                  <a:lnTo>
                    <a:pt x="0" y="10117074"/>
                  </a:lnTo>
                  <a:close/>
                </a:path>
              </a:pathLst>
            </a:custGeom>
            <a:solidFill>
              <a:srgbClr val="02060F">
                <a:alpha val="3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17500" cy="10129774"/>
            </a:xfrm>
            <a:custGeom>
              <a:avLst/>
              <a:gdLst/>
              <a:ahLst/>
              <a:cxnLst/>
              <a:rect r="r" b="b" t="t" l="l"/>
              <a:pathLst>
                <a:path h="10129774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0123424"/>
                  </a:lnTo>
                  <a:cubicBezTo>
                    <a:pt x="13017500" y="10126980"/>
                    <a:pt x="13014706" y="10129774"/>
                    <a:pt x="13011150" y="10129774"/>
                  </a:cubicBezTo>
                  <a:lnTo>
                    <a:pt x="6350" y="10129774"/>
                  </a:lnTo>
                  <a:cubicBezTo>
                    <a:pt x="2794" y="10129774"/>
                    <a:pt x="0" y="10126980"/>
                    <a:pt x="0" y="1012342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3424"/>
                  </a:lnTo>
                  <a:lnTo>
                    <a:pt x="6350" y="10123424"/>
                  </a:lnTo>
                  <a:lnTo>
                    <a:pt x="6350" y="10117074"/>
                  </a:lnTo>
                  <a:lnTo>
                    <a:pt x="13011150" y="10117074"/>
                  </a:lnTo>
                  <a:lnTo>
                    <a:pt x="13011150" y="10123424"/>
                  </a:lnTo>
                  <a:lnTo>
                    <a:pt x="13004800" y="10123424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1025" y="3027912"/>
            <a:ext cx="4257675" cy="1461049"/>
            <a:chOff x="0" y="0"/>
            <a:chExt cx="5676900" cy="1948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769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1025" y="3027912"/>
            <a:ext cx="28575" cy="1461049"/>
            <a:chOff x="0" y="0"/>
            <a:chExt cx="38100" cy="19480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38100">
                  <a:moveTo>
                    <a:pt x="0" y="0"/>
                  </a:moveTo>
                  <a:lnTo>
                    <a:pt x="38100" y="0"/>
                  </a:lnTo>
                  <a:lnTo>
                    <a:pt x="381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4031752"/>
            <a:ext cx="3848100" cy="9525"/>
            <a:chOff x="0" y="0"/>
            <a:chExt cx="51308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0800" cy="12700"/>
            </a:xfrm>
            <a:custGeom>
              <a:avLst/>
              <a:gdLst/>
              <a:ahLst/>
              <a:cxnLst/>
              <a:rect r="r" b="b" t="t" l="l"/>
              <a:pathLst>
                <a:path h="12700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19712" y="1728788"/>
            <a:ext cx="4524375" cy="3451031"/>
            <a:chOff x="0" y="0"/>
            <a:chExt cx="6032500" cy="46013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6019800" cy="4588637"/>
            </a:xfrm>
            <a:custGeom>
              <a:avLst/>
              <a:gdLst/>
              <a:ahLst/>
              <a:cxnLst/>
              <a:rect r="r" b="b" t="t" l="l"/>
              <a:pathLst>
                <a:path h="4588637" w="6019800">
                  <a:moveTo>
                    <a:pt x="0" y="0"/>
                  </a:moveTo>
                  <a:lnTo>
                    <a:pt x="6019800" y="0"/>
                  </a:lnTo>
                  <a:lnTo>
                    <a:pt x="6019800" y="4588637"/>
                  </a:lnTo>
                  <a:lnTo>
                    <a:pt x="0" y="4588637"/>
                  </a:lnTo>
                  <a:close/>
                </a:path>
              </a:pathLst>
            </a:custGeom>
            <a:solidFill>
              <a:srgbClr val="031324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32500" cy="4601337"/>
            </a:xfrm>
            <a:custGeom>
              <a:avLst/>
              <a:gdLst/>
              <a:ahLst/>
              <a:cxnLst/>
              <a:rect r="r" b="b" t="t" l="l"/>
              <a:pathLst>
                <a:path h="4601337" w="6032500">
                  <a:moveTo>
                    <a:pt x="6350" y="0"/>
                  </a:moveTo>
                  <a:lnTo>
                    <a:pt x="6026150" y="0"/>
                  </a:lnTo>
                  <a:cubicBezTo>
                    <a:pt x="6029706" y="0"/>
                    <a:pt x="6032500" y="2794"/>
                    <a:pt x="6032500" y="6350"/>
                  </a:cubicBezTo>
                  <a:lnTo>
                    <a:pt x="6032500" y="4594987"/>
                  </a:lnTo>
                  <a:cubicBezTo>
                    <a:pt x="6032500" y="4598543"/>
                    <a:pt x="6029706" y="4601337"/>
                    <a:pt x="6026150" y="4601337"/>
                  </a:cubicBezTo>
                  <a:lnTo>
                    <a:pt x="6350" y="4601337"/>
                  </a:lnTo>
                  <a:cubicBezTo>
                    <a:pt x="2794" y="4601337"/>
                    <a:pt x="0" y="4598543"/>
                    <a:pt x="0" y="45949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94987"/>
                  </a:lnTo>
                  <a:lnTo>
                    <a:pt x="6350" y="4594987"/>
                  </a:lnTo>
                  <a:lnTo>
                    <a:pt x="6350" y="4588637"/>
                  </a:lnTo>
                  <a:lnTo>
                    <a:pt x="6026150" y="4588637"/>
                  </a:lnTo>
                  <a:lnTo>
                    <a:pt x="6026150" y="4594987"/>
                  </a:lnTo>
                  <a:lnTo>
                    <a:pt x="6019800" y="4594987"/>
                  </a:lnTo>
                  <a:lnTo>
                    <a:pt x="6019800" y="6350"/>
                  </a:lnTo>
                  <a:lnTo>
                    <a:pt x="6026150" y="6350"/>
                  </a:lnTo>
                  <a:lnTo>
                    <a:pt x="6026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57812" y="5560819"/>
            <a:ext cx="4448175" cy="3365306"/>
            <a:chOff x="0" y="0"/>
            <a:chExt cx="5930900" cy="44870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5918200" cy="4474337"/>
            </a:xfrm>
            <a:custGeom>
              <a:avLst/>
              <a:gdLst/>
              <a:ahLst/>
              <a:cxnLst/>
              <a:rect r="r" b="b" t="t" l="l"/>
              <a:pathLst>
                <a:path h="4474337" w="5918200">
                  <a:moveTo>
                    <a:pt x="0" y="0"/>
                  </a:moveTo>
                  <a:lnTo>
                    <a:pt x="5918200" y="0"/>
                  </a:lnTo>
                  <a:lnTo>
                    <a:pt x="5918200" y="4474337"/>
                  </a:lnTo>
                  <a:lnTo>
                    <a:pt x="0" y="4474337"/>
                  </a:lnTo>
                  <a:close/>
                </a:path>
              </a:pathLst>
            </a:custGeom>
            <a:solidFill>
              <a:srgbClr val="02060F">
                <a:alpha val="3568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30900" cy="4487037"/>
            </a:xfrm>
            <a:custGeom>
              <a:avLst/>
              <a:gdLst/>
              <a:ahLst/>
              <a:cxnLst/>
              <a:rect r="r" b="b" t="t" l="l"/>
              <a:pathLst>
                <a:path h="4487037" w="5930900">
                  <a:moveTo>
                    <a:pt x="6350" y="0"/>
                  </a:moveTo>
                  <a:lnTo>
                    <a:pt x="5924550" y="0"/>
                  </a:lnTo>
                  <a:cubicBezTo>
                    <a:pt x="5928106" y="0"/>
                    <a:pt x="5930900" y="2794"/>
                    <a:pt x="5930900" y="6350"/>
                  </a:cubicBezTo>
                  <a:lnTo>
                    <a:pt x="5930900" y="4480687"/>
                  </a:lnTo>
                  <a:cubicBezTo>
                    <a:pt x="5930900" y="4484243"/>
                    <a:pt x="5928106" y="4487037"/>
                    <a:pt x="5924550" y="4487037"/>
                  </a:cubicBezTo>
                  <a:lnTo>
                    <a:pt x="6350" y="4487037"/>
                  </a:lnTo>
                  <a:cubicBezTo>
                    <a:pt x="2794" y="4487037"/>
                    <a:pt x="0" y="4484243"/>
                    <a:pt x="0" y="44806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480687"/>
                  </a:lnTo>
                  <a:lnTo>
                    <a:pt x="6350" y="4480687"/>
                  </a:lnTo>
                  <a:lnTo>
                    <a:pt x="6350" y="4474337"/>
                  </a:lnTo>
                  <a:lnTo>
                    <a:pt x="5924550" y="4474337"/>
                  </a:lnTo>
                  <a:lnTo>
                    <a:pt x="5924550" y="4480687"/>
                  </a:lnTo>
                  <a:lnTo>
                    <a:pt x="5918200" y="4480687"/>
                  </a:lnTo>
                  <a:lnTo>
                    <a:pt x="5918200" y="6350"/>
                  </a:lnTo>
                  <a:lnTo>
                    <a:pt x="5924550" y="6350"/>
                  </a:lnTo>
                  <a:lnTo>
                    <a:pt x="5924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600700" y="6041831"/>
            <a:ext cx="3962400" cy="9525"/>
            <a:chOff x="0" y="0"/>
            <a:chExt cx="52832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00700" y="6700542"/>
            <a:ext cx="3962400" cy="9525"/>
            <a:chOff x="0" y="0"/>
            <a:chExt cx="52832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600700" y="7341841"/>
            <a:ext cx="3962400" cy="9525"/>
            <a:chOff x="0" y="0"/>
            <a:chExt cx="52832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72100" y="1796247"/>
            <a:ext cx="4422772" cy="3340709"/>
            <a:chOff x="0" y="0"/>
            <a:chExt cx="1046080" cy="7901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6080" cy="790149"/>
            </a:xfrm>
            <a:custGeom>
              <a:avLst/>
              <a:gdLst/>
              <a:ahLst/>
              <a:cxnLst/>
              <a:rect r="r" b="b" t="t" l="l"/>
              <a:pathLst>
                <a:path h="790149" w="1046080">
                  <a:moveTo>
                    <a:pt x="0" y="0"/>
                  </a:moveTo>
                  <a:lnTo>
                    <a:pt x="1046080" y="0"/>
                  </a:lnTo>
                  <a:lnTo>
                    <a:pt x="1046080" y="790149"/>
                  </a:lnTo>
                  <a:lnTo>
                    <a:pt x="0" y="790149"/>
                  </a:lnTo>
                  <a:close/>
                </a:path>
              </a:pathLst>
            </a:custGeom>
            <a:blipFill>
              <a:blip r:embed="rId3"/>
              <a:stretch>
                <a:fillRect l="-3535" t="0" r="-3535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23159" y="4898536"/>
            <a:ext cx="4417877" cy="4025028"/>
            <a:chOff x="0" y="0"/>
            <a:chExt cx="1233714" cy="11240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33714" cy="1124009"/>
            </a:xfrm>
            <a:custGeom>
              <a:avLst/>
              <a:gdLst/>
              <a:ahLst/>
              <a:cxnLst/>
              <a:rect r="r" b="b" t="t" l="l"/>
              <a:pathLst>
                <a:path h="1124009" w="1233714">
                  <a:moveTo>
                    <a:pt x="0" y="0"/>
                  </a:moveTo>
                  <a:lnTo>
                    <a:pt x="1233714" y="0"/>
                  </a:lnTo>
                  <a:lnTo>
                    <a:pt x="1233714" y="1124009"/>
                  </a:lnTo>
                  <a:lnTo>
                    <a:pt x="0" y="1124009"/>
                  </a:lnTo>
                  <a:close/>
                </a:path>
              </a:pathLst>
            </a:custGeom>
            <a:blipFill>
              <a:blip r:embed="rId4"/>
              <a:stretch>
                <a:fillRect l="0" t="-2954" r="0" b="-2954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683253" y="6911050"/>
            <a:ext cx="106834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ทั่วไป</a:t>
            </a: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 3 รอบ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950877" y="6892000"/>
            <a:ext cx="52967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200 ฿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553075" y="6764017"/>
            <a:ext cx="4076700" cy="523875"/>
            <a:chOff x="0" y="0"/>
            <a:chExt cx="5435600" cy="6985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5435600" cy="698500"/>
              <a:chOff x="0" y="0"/>
              <a:chExt cx="5435600" cy="6985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4356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5435600">
                    <a:moveTo>
                      <a:pt x="0" y="0"/>
                    </a:moveTo>
                    <a:lnTo>
                      <a:pt x="5435600" y="0"/>
                    </a:lnTo>
                    <a:lnTo>
                      <a:pt x="5435600" y="698500"/>
                    </a:lnTo>
                    <a:lnTo>
                      <a:pt x="0" y="698500"/>
                    </a:lnTo>
                    <a:close/>
                  </a:path>
                </a:pathLst>
              </a:custGeom>
              <a:solidFill>
                <a:srgbClr val="FFD700">
                  <a:alpha val="392"/>
                </a:srgbClr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0"/>
              <a:ext cx="38100" cy="698500"/>
              <a:chOff x="0" y="0"/>
              <a:chExt cx="38100" cy="6985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81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3810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698500"/>
                    </a:lnTo>
                    <a:lnTo>
                      <a:pt x="0" y="698500"/>
                    </a:lnTo>
                    <a:close/>
                  </a:path>
                </a:pathLst>
              </a:custGeom>
              <a:solidFill>
                <a:srgbClr val="FFD700"/>
              </a:solidFill>
            </p:spPr>
          </p:sp>
        </p:grpSp>
      </p:grpSp>
      <p:grpSp>
        <p:nvGrpSpPr>
          <p:cNvPr name="Group 55" id="55"/>
          <p:cNvGrpSpPr/>
          <p:nvPr/>
        </p:nvGrpSpPr>
        <p:grpSpPr>
          <a:xfrm rot="0">
            <a:off x="6120617" y="7694266"/>
            <a:ext cx="2757514" cy="859000"/>
            <a:chOff x="0" y="0"/>
            <a:chExt cx="44050746" cy="137223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2191" y="16510"/>
              <a:ext cx="43983973" cy="13686284"/>
            </a:xfrm>
            <a:custGeom>
              <a:avLst/>
              <a:gdLst/>
              <a:ahLst/>
              <a:cxnLst/>
              <a:rect r="r" b="b" t="t" l="l"/>
              <a:pathLst>
                <a:path h="13686284" w="43983973">
                  <a:moveTo>
                    <a:pt x="43977756" y="474980"/>
                  </a:moveTo>
                  <a:cubicBezTo>
                    <a:pt x="43972674" y="642620"/>
                    <a:pt x="44001885" y="13134340"/>
                    <a:pt x="43965056" y="13348970"/>
                  </a:cubicBezTo>
                  <a:cubicBezTo>
                    <a:pt x="43928224" y="13563601"/>
                    <a:pt x="43685656" y="13681710"/>
                    <a:pt x="43476106" y="13681710"/>
                  </a:cubicBezTo>
                  <a:cubicBezTo>
                    <a:pt x="43331324" y="13663931"/>
                    <a:pt x="950629" y="13704570"/>
                    <a:pt x="374050" y="13675360"/>
                  </a:cubicBezTo>
                  <a:cubicBezTo>
                    <a:pt x="220380" y="13667740"/>
                    <a:pt x="28610" y="13463270"/>
                    <a:pt x="17180" y="13285470"/>
                  </a:cubicBezTo>
                  <a:cubicBezTo>
                    <a:pt x="5750" y="13107670"/>
                    <a:pt x="4479" y="521970"/>
                    <a:pt x="669" y="480060"/>
                  </a:cubicBezTo>
                  <a:cubicBezTo>
                    <a:pt x="-12031" y="321310"/>
                    <a:pt x="156879" y="3810"/>
                    <a:pt x="441359" y="7620"/>
                  </a:cubicBezTo>
                  <a:cubicBezTo>
                    <a:pt x="441359" y="7620"/>
                    <a:pt x="43518013" y="0"/>
                    <a:pt x="43518013" y="0"/>
                  </a:cubicBezTo>
                  <a:cubicBezTo>
                    <a:pt x="43904095" y="35560"/>
                    <a:pt x="43979024" y="331470"/>
                    <a:pt x="43979024" y="474980"/>
                  </a:cubicBezTo>
                  <a:close/>
                </a:path>
              </a:pathLst>
            </a:custGeom>
            <a:blipFill>
              <a:blip r:embed="rId5"/>
              <a:stretch>
                <a:fillRect l="-979" t="-120" r="-980" b="-121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-29" y="0"/>
              <a:ext cx="44052106" cy="13722963"/>
            </a:xfrm>
            <a:custGeom>
              <a:avLst/>
              <a:gdLst/>
              <a:ahLst/>
              <a:cxnLst/>
              <a:rect r="r" b="b" t="t" l="l"/>
              <a:pathLst>
                <a:path h="13722963" w="44052106">
                  <a:moveTo>
                    <a:pt x="44024105" y="490220"/>
                  </a:moveTo>
                  <a:cubicBezTo>
                    <a:pt x="44024105" y="346710"/>
                    <a:pt x="43958065" y="203200"/>
                    <a:pt x="43846305" y="113030"/>
                  </a:cubicBezTo>
                  <a:cubicBezTo>
                    <a:pt x="43758676" y="39370"/>
                    <a:pt x="43648183" y="0"/>
                    <a:pt x="43533883" y="0"/>
                  </a:cubicBezTo>
                  <a:cubicBezTo>
                    <a:pt x="43533883" y="0"/>
                    <a:pt x="497868" y="0"/>
                    <a:pt x="497868" y="0"/>
                  </a:cubicBezTo>
                  <a:cubicBezTo>
                    <a:pt x="377218" y="0"/>
                    <a:pt x="261648" y="44450"/>
                    <a:pt x="172748" y="123190"/>
                  </a:cubicBezTo>
                  <a:cubicBezTo>
                    <a:pt x="68609" y="214630"/>
                    <a:pt x="7649" y="350520"/>
                    <a:pt x="7649" y="490220"/>
                  </a:cubicBezTo>
                  <a:cubicBezTo>
                    <a:pt x="30509" y="640080"/>
                    <a:pt x="-36801" y="13243561"/>
                    <a:pt x="31779" y="13376911"/>
                  </a:cubicBezTo>
                  <a:cubicBezTo>
                    <a:pt x="82579" y="13539470"/>
                    <a:pt x="222279" y="13666470"/>
                    <a:pt x="387379" y="13703300"/>
                  </a:cubicBezTo>
                  <a:cubicBezTo>
                    <a:pt x="463579" y="13749020"/>
                    <a:pt x="43438633" y="13698220"/>
                    <a:pt x="43535155" y="13716000"/>
                  </a:cubicBezTo>
                  <a:cubicBezTo>
                    <a:pt x="43744705" y="13716000"/>
                    <a:pt x="43931394" y="13582650"/>
                    <a:pt x="43998705" y="13383261"/>
                  </a:cubicBezTo>
                  <a:cubicBezTo>
                    <a:pt x="44137136" y="13201650"/>
                    <a:pt x="43954255" y="675640"/>
                    <a:pt x="44025376" y="488950"/>
                  </a:cubicBezTo>
                  <a:close/>
                  <a:moveTo>
                    <a:pt x="43961876" y="13371830"/>
                  </a:moveTo>
                  <a:cubicBezTo>
                    <a:pt x="43899644" y="13554711"/>
                    <a:pt x="43728194" y="13677900"/>
                    <a:pt x="43533886" y="13677900"/>
                  </a:cubicBezTo>
                  <a:cubicBezTo>
                    <a:pt x="43395455" y="13655041"/>
                    <a:pt x="513109" y="13708380"/>
                    <a:pt x="396269" y="13666470"/>
                  </a:cubicBezTo>
                  <a:cubicBezTo>
                    <a:pt x="195609" y="13623291"/>
                    <a:pt x="41939" y="13431520"/>
                    <a:pt x="45749" y="13227050"/>
                  </a:cubicBezTo>
                  <a:cubicBezTo>
                    <a:pt x="45749" y="13227050"/>
                    <a:pt x="45749" y="490220"/>
                    <a:pt x="45749" y="490220"/>
                  </a:cubicBezTo>
                  <a:cubicBezTo>
                    <a:pt x="45749" y="361950"/>
                    <a:pt x="101629" y="236220"/>
                    <a:pt x="198149" y="152400"/>
                  </a:cubicBezTo>
                  <a:cubicBezTo>
                    <a:pt x="280699" y="78740"/>
                    <a:pt x="387379" y="38100"/>
                    <a:pt x="497869" y="38100"/>
                  </a:cubicBezTo>
                  <a:cubicBezTo>
                    <a:pt x="497869" y="38100"/>
                    <a:pt x="43533886" y="38100"/>
                    <a:pt x="43533886" y="38100"/>
                  </a:cubicBezTo>
                  <a:cubicBezTo>
                    <a:pt x="43743436" y="35560"/>
                    <a:pt x="43940286" y="194310"/>
                    <a:pt x="43977115" y="402590"/>
                  </a:cubicBezTo>
                  <a:cubicBezTo>
                    <a:pt x="43970765" y="651510"/>
                    <a:pt x="44030455" y="13135609"/>
                    <a:pt x="43961876" y="13371830"/>
                  </a:cubicBezTo>
                  <a:close/>
                  <a:moveTo>
                    <a:pt x="40954515" y="292100"/>
                  </a:moveTo>
                  <a:lnTo>
                    <a:pt x="6668799" y="292100"/>
                  </a:lnTo>
                  <a:lnTo>
                    <a:pt x="6079519" y="834390"/>
                  </a:lnTo>
                  <a:lnTo>
                    <a:pt x="3540789" y="834390"/>
                  </a:lnTo>
                  <a:lnTo>
                    <a:pt x="2951509" y="292100"/>
                  </a:lnTo>
                  <a:lnTo>
                    <a:pt x="497869" y="292100"/>
                  </a:lnTo>
                  <a:cubicBezTo>
                    <a:pt x="435639" y="292100"/>
                    <a:pt x="392459" y="318770"/>
                    <a:pt x="368329" y="341630"/>
                  </a:cubicBezTo>
                  <a:lnTo>
                    <a:pt x="381029" y="355600"/>
                  </a:lnTo>
                  <a:lnTo>
                    <a:pt x="367059" y="342900"/>
                  </a:lnTo>
                  <a:cubicBezTo>
                    <a:pt x="365789" y="344170"/>
                    <a:pt x="351819" y="356870"/>
                    <a:pt x="349279" y="359410"/>
                  </a:cubicBezTo>
                  <a:lnTo>
                    <a:pt x="842039" y="937260"/>
                  </a:lnTo>
                  <a:lnTo>
                    <a:pt x="842039" y="12879070"/>
                  </a:lnTo>
                  <a:lnTo>
                    <a:pt x="5481349" y="12879070"/>
                  </a:lnTo>
                  <a:lnTo>
                    <a:pt x="5880129" y="13423900"/>
                  </a:lnTo>
                  <a:lnTo>
                    <a:pt x="41465055" y="13423900"/>
                  </a:lnTo>
                  <a:cubicBezTo>
                    <a:pt x="41468865" y="13418820"/>
                    <a:pt x="43184636" y="11282680"/>
                    <a:pt x="43188444" y="11277600"/>
                  </a:cubicBezTo>
                  <a:lnTo>
                    <a:pt x="43188444" y="834390"/>
                  </a:lnTo>
                  <a:lnTo>
                    <a:pt x="41542526" y="834390"/>
                  </a:lnTo>
                  <a:lnTo>
                    <a:pt x="40953244" y="292100"/>
                  </a:lnTo>
                  <a:close/>
                  <a:moveTo>
                    <a:pt x="43151615" y="11263630"/>
                  </a:moveTo>
                  <a:lnTo>
                    <a:pt x="41447276" y="13385800"/>
                  </a:lnTo>
                  <a:lnTo>
                    <a:pt x="5900449" y="13385800"/>
                  </a:lnTo>
                  <a:lnTo>
                    <a:pt x="5501669" y="12840970"/>
                  </a:lnTo>
                  <a:lnTo>
                    <a:pt x="880139" y="12840970"/>
                  </a:lnTo>
                  <a:lnTo>
                    <a:pt x="880139" y="922020"/>
                  </a:lnTo>
                  <a:lnTo>
                    <a:pt x="402619" y="361950"/>
                  </a:lnTo>
                  <a:cubicBezTo>
                    <a:pt x="422939" y="345440"/>
                    <a:pt x="454689" y="330200"/>
                    <a:pt x="497869" y="330200"/>
                  </a:cubicBezTo>
                  <a:lnTo>
                    <a:pt x="2937539" y="330200"/>
                  </a:lnTo>
                  <a:lnTo>
                    <a:pt x="3526819" y="872490"/>
                  </a:lnTo>
                  <a:lnTo>
                    <a:pt x="6094759" y="872490"/>
                  </a:lnTo>
                  <a:lnTo>
                    <a:pt x="6684039" y="330200"/>
                  </a:lnTo>
                  <a:lnTo>
                    <a:pt x="40940544" y="330200"/>
                  </a:lnTo>
                  <a:lnTo>
                    <a:pt x="41529823" y="872490"/>
                  </a:lnTo>
                  <a:lnTo>
                    <a:pt x="43152883" y="872490"/>
                  </a:lnTo>
                  <a:lnTo>
                    <a:pt x="43152883" y="11263630"/>
                  </a:lnTo>
                  <a:close/>
                </a:path>
              </a:pathLst>
            </a:custGeom>
            <a:solidFill>
              <a:srgbClr val="2274BF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492128" y="434978"/>
            <a:ext cx="2819752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312">
                <a:solidFill>
                  <a:srgbClr val="00B4FF">
                    <a:alpha val="84706"/>
                  </a:srgbClr>
                </a:solidFill>
                <a:latin typeface="Shareb"/>
                <a:ea typeface="Shareb"/>
                <a:cs typeface="Shareb"/>
                <a:sym typeface="Shareb"/>
              </a:rPr>
              <a:t>—  Digimon Masters Online —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92128" y="615953"/>
            <a:ext cx="3285925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6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DUNGEON SERVICE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2128" y="1035053"/>
            <a:ext cx="1583667" cy="2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งาน</a:t>
            </a: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ไว · ปลอดภัย ·ไว้ใจได้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535391" y="434978"/>
            <a:ext cx="1259481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NODE · 01 / 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775306" y="615953"/>
            <a:ext cx="1019575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STATUS · OPEN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6428" y="1854203"/>
            <a:ext cx="4334608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252">
                <a:solidFill>
                  <a:srgbClr val="6A8AB3"/>
                </a:solidFill>
                <a:latin typeface="Shareb"/>
                <a:ea typeface="Shareb"/>
                <a:cs typeface="Shareb"/>
                <a:sym typeface="Shareb"/>
              </a:rPr>
              <a:t>▸ DUNGEON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06428" y="2111378"/>
            <a:ext cx="4334608" cy="39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b="true" sz="2850" spc="114">
                <a:solidFill>
                  <a:srgbClr val="00B4FF"/>
                </a:solidFill>
                <a:latin typeface="Arimo Bold"/>
                <a:ea typeface="Arimo Bold"/>
                <a:cs typeface="Arimo Bold"/>
                <a:sym typeface="Arimo Bold"/>
              </a:rPr>
              <a:t>KAISER'S LAB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06428" y="2596105"/>
            <a:ext cx="4334608" cy="21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ดันเจี้ยนฐานทัพของไกเซอร์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25503" y="3205705"/>
            <a:ext cx="3912746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197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▸ TARGET BOSS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25503" y="3434305"/>
            <a:ext cx="3912746" cy="28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 spc="105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KIMERAMON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5503" y="3761880"/>
            <a:ext cx="3912746" cy="1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คิเมรามอน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25503" y="4171455"/>
            <a:ext cx="3912746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วัตถุดิบ · พลังชั่วร้ายของคิเมรามอน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566667" y="5771950"/>
            <a:ext cx="4030475" cy="1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293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// SERVICE PACKAGES //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683253" y="6292289"/>
            <a:ext cx="72628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ง่าย 3</a:t>
            </a: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 รอบ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067409" y="6273239"/>
            <a:ext cx="41314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50 ฿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034238" y="9518256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สอบถามคิว หรือ รายละเอียดเพิ่มเติม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034238" y="9724825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ทักแชท </a:t>
            </a:r>
            <a:r>
              <a:rPr lang="en-US" sz="10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(Inbox) </a:t>
            </a: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หรือคอมเมนต์ไว้ได้เลย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D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304800" cy="19050"/>
            <a:chOff x="0" y="0"/>
            <a:chExt cx="406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" y="114300"/>
            <a:ext cx="19050" cy="304800"/>
            <a:chOff x="0" y="0"/>
            <a:chExt cx="25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67900" y="114300"/>
            <a:ext cx="304800" cy="19050"/>
            <a:chOff x="0" y="0"/>
            <a:chExt cx="406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3650" y="114300"/>
            <a:ext cx="19050" cy="304800"/>
            <a:chOff x="0" y="0"/>
            <a:chExt cx="25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" y="10153650"/>
            <a:ext cx="304800" cy="19050"/>
            <a:chOff x="0" y="0"/>
            <a:chExt cx="406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" y="9867900"/>
            <a:ext cx="19050" cy="304800"/>
            <a:chOff x="0" y="0"/>
            <a:chExt cx="254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67900" y="10153650"/>
            <a:ext cx="304800" cy="19050"/>
            <a:chOff x="0" y="0"/>
            <a:chExt cx="406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53650" y="9867900"/>
            <a:ext cx="19050" cy="304800"/>
            <a:chOff x="0" y="0"/>
            <a:chExt cx="25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1938" y="261938"/>
            <a:ext cx="9763125" cy="1123950"/>
            <a:chOff x="0" y="0"/>
            <a:chExt cx="13017500" cy="149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3004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081020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75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492250"/>
                  </a:lnTo>
                  <a:cubicBezTo>
                    <a:pt x="13017500" y="1495806"/>
                    <a:pt x="13014706" y="1498600"/>
                    <a:pt x="13011150" y="1498600"/>
                  </a:cubicBezTo>
                  <a:lnTo>
                    <a:pt x="6350" y="1498600"/>
                  </a:lnTo>
                  <a:cubicBezTo>
                    <a:pt x="2794" y="1498600"/>
                    <a:pt x="0" y="1495806"/>
                    <a:pt x="0" y="14922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92250"/>
                  </a:lnTo>
                  <a:lnTo>
                    <a:pt x="6350" y="1492250"/>
                  </a:lnTo>
                  <a:lnTo>
                    <a:pt x="6350" y="1485900"/>
                  </a:lnTo>
                  <a:lnTo>
                    <a:pt x="13011150" y="1485900"/>
                  </a:lnTo>
                  <a:lnTo>
                    <a:pt x="13011150" y="1492250"/>
                  </a:lnTo>
                  <a:lnTo>
                    <a:pt x="13004800" y="1492250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1938" y="1547812"/>
            <a:ext cx="9763125" cy="7597378"/>
            <a:chOff x="0" y="0"/>
            <a:chExt cx="13017500" cy="10129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3004800" cy="10117074"/>
            </a:xfrm>
            <a:custGeom>
              <a:avLst/>
              <a:gdLst/>
              <a:ahLst/>
              <a:cxnLst/>
              <a:rect r="r" b="b" t="t" l="l"/>
              <a:pathLst>
                <a:path h="1011707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117074"/>
                  </a:lnTo>
                  <a:lnTo>
                    <a:pt x="0" y="10117074"/>
                  </a:lnTo>
                  <a:close/>
                </a:path>
              </a:pathLst>
            </a:custGeom>
            <a:solidFill>
              <a:srgbClr val="02060F">
                <a:alpha val="3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17500" cy="10129774"/>
            </a:xfrm>
            <a:custGeom>
              <a:avLst/>
              <a:gdLst/>
              <a:ahLst/>
              <a:cxnLst/>
              <a:rect r="r" b="b" t="t" l="l"/>
              <a:pathLst>
                <a:path h="10129774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0123424"/>
                  </a:lnTo>
                  <a:cubicBezTo>
                    <a:pt x="13017500" y="10126980"/>
                    <a:pt x="13014706" y="10129774"/>
                    <a:pt x="13011150" y="10129774"/>
                  </a:cubicBezTo>
                  <a:lnTo>
                    <a:pt x="6350" y="10129774"/>
                  </a:lnTo>
                  <a:cubicBezTo>
                    <a:pt x="2794" y="10129774"/>
                    <a:pt x="0" y="10126980"/>
                    <a:pt x="0" y="1012342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3424"/>
                  </a:lnTo>
                  <a:lnTo>
                    <a:pt x="6350" y="10123424"/>
                  </a:lnTo>
                  <a:lnTo>
                    <a:pt x="6350" y="10117074"/>
                  </a:lnTo>
                  <a:lnTo>
                    <a:pt x="13011150" y="10117074"/>
                  </a:lnTo>
                  <a:lnTo>
                    <a:pt x="13011150" y="10123424"/>
                  </a:lnTo>
                  <a:lnTo>
                    <a:pt x="13004800" y="10123424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1025" y="3027912"/>
            <a:ext cx="4257675" cy="1461049"/>
            <a:chOff x="0" y="0"/>
            <a:chExt cx="5676900" cy="1948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769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1025" y="3027912"/>
            <a:ext cx="28575" cy="1461049"/>
            <a:chOff x="0" y="0"/>
            <a:chExt cx="38100" cy="19480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38100">
                  <a:moveTo>
                    <a:pt x="0" y="0"/>
                  </a:moveTo>
                  <a:lnTo>
                    <a:pt x="38100" y="0"/>
                  </a:lnTo>
                  <a:lnTo>
                    <a:pt x="381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4031752"/>
            <a:ext cx="3848100" cy="9525"/>
            <a:chOff x="0" y="0"/>
            <a:chExt cx="51308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0800" cy="12700"/>
            </a:xfrm>
            <a:custGeom>
              <a:avLst/>
              <a:gdLst/>
              <a:ahLst/>
              <a:cxnLst/>
              <a:rect r="r" b="b" t="t" l="l"/>
              <a:pathLst>
                <a:path h="12700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19712" y="1728788"/>
            <a:ext cx="4524375" cy="3451031"/>
            <a:chOff x="0" y="0"/>
            <a:chExt cx="6032500" cy="46013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6019800" cy="4588637"/>
            </a:xfrm>
            <a:custGeom>
              <a:avLst/>
              <a:gdLst/>
              <a:ahLst/>
              <a:cxnLst/>
              <a:rect r="r" b="b" t="t" l="l"/>
              <a:pathLst>
                <a:path h="4588637" w="6019800">
                  <a:moveTo>
                    <a:pt x="0" y="0"/>
                  </a:moveTo>
                  <a:lnTo>
                    <a:pt x="6019800" y="0"/>
                  </a:lnTo>
                  <a:lnTo>
                    <a:pt x="6019800" y="4588637"/>
                  </a:lnTo>
                  <a:lnTo>
                    <a:pt x="0" y="4588637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32500" cy="4601337"/>
            </a:xfrm>
            <a:custGeom>
              <a:avLst/>
              <a:gdLst/>
              <a:ahLst/>
              <a:cxnLst/>
              <a:rect r="r" b="b" t="t" l="l"/>
              <a:pathLst>
                <a:path h="4601337" w="6032500">
                  <a:moveTo>
                    <a:pt x="6350" y="0"/>
                  </a:moveTo>
                  <a:lnTo>
                    <a:pt x="6026150" y="0"/>
                  </a:lnTo>
                  <a:cubicBezTo>
                    <a:pt x="6029706" y="0"/>
                    <a:pt x="6032500" y="2794"/>
                    <a:pt x="6032500" y="6350"/>
                  </a:cubicBezTo>
                  <a:lnTo>
                    <a:pt x="6032500" y="4594987"/>
                  </a:lnTo>
                  <a:cubicBezTo>
                    <a:pt x="6032500" y="4598543"/>
                    <a:pt x="6029706" y="4601337"/>
                    <a:pt x="6026150" y="4601337"/>
                  </a:cubicBezTo>
                  <a:lnTo>
                    <a:pt x="6350" y="4601337"/>
                  </a:lnTo>
                  <a:cubicBezTo>
                    <a:pt x="2794" y="4601337"/>
                    <a:pt x="0" y="4598543"/>
                    <a:pt x="0" y="45949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94987"/>
                  </a:lnTo>
                  <a:lnTo>
                    <a:pt x="6350" y="4594987"/>
                  </a:lnTo>
                  <a:lnTo>
                    <a:pt x="6350" y="4588637"/>
                  </a:lnTo>
                  <a:lnTo>
                    <a:pt x="6026150" y="4588637"/>
                  </a:lnTo>
                  <a:lnTo>
                    <a:pt x="6026150" y="4594987"/>
                  </a:lnTo>
                  <a:lnTo>
                    <a:pt x="6019800" y="4594987"/>
                  </a:lnTo>
                  <a:lnTo>
                    <a:pt x="6019800" y="6350"/>
                  </a:lnTo>
                  <a:lnTo>
                    <a:pt x="6026150" y="6350"/>
                  </a:lnTo>
                  <a:lnTo>
                    <a:pt x="6026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226269" y="6596463"/>
            <a:ext cx="967035" cy="70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📿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13172" y="7406088"/>
            <a:ext cx="993381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"/>
              </a:lnSpc>
            </a:pPr>
            <a:r>
              <a:rPr lang="en-US" sz="900" spc="197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▸ MAIN DROP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3580" y="7596588"/>
            <a:ext cx="2532555" cy="30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350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สร้อยคอปาฏิหาริย์ที่เปล่งประกาย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357812" y="5560819"/>
            <a:ext cx="4448175" cy="3365306"/>
            <a:chOff x="0" y="0"/>
            <a:chExt cx="5930900" cy="44870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5918200" cy="4474337"/>
            </a:xfrm>
            <a:custGeom>
              <a:avLst/>
              <a:gdLst/>
              <a:ahLst/>
              <a:cxnLst/>
              <a:rect r="r" b="b" t="t" l="l"/>
              <a:pathLst>
                <a:path h="4474337" w="5918200">
                  <a:moveTo>
                    <a:pt x="0" y="0"/>
                  </a:moveTo>
                  <a:lnTo>
                    <a:pt x="5918200" y="0"/>
                  </a:lnTo>
                  <a:lnTo>
                    <a:pt x="5918200" y="4474337"/>
                  </a:lnTo>
                  <a:lnTo>
                    <a:pt x="0" y="4474337"/>
                  </a:lnTo>
                  <a:close/>
                </a:path>
              </a:pathLst>
            </a:custGeom>
            <a:solidFill>
              <a:srgbClr val="02060F">
                <a:alpha val="35686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30900" cy="4487037"/>
            </a:xfrm>
            <a:custGeom>
              <a:avLst/>
              <a:gdLst/>
              <a:ahLst/>
              <a:cxnLst/>
              <a:rect r="r" b="b" t="t" l="l"/>
              <a:pathLst>
                <a:path h="4487037" w="5930900">
                  <a:moveTo>
                    <a:pt x="6350" y="0"/>
                  </a:moveTo>
                  <a:lnTo>
                    <a:pt x="5924550" y="0"/>
                  </a:lnTo>
                  <a:cubicBezTo>
                    <a:pt x="5928106" y="0"/>
                    <a:pt x="5930900" y="2794"/>
                    <a:pt x="5930900" y="6350"/>
                  </a:cubicBezTo>
                  <a:lnTo>
                    <a:pt x="5930900" y="4480687"/>
                  </a:lnTo>
                  <a:cubicBezTo>
                    <a:pt x="5930900" y="4484243"/>
                    <a:pt x="5928106" y="4487037"/>
                    <a:pt x="5924550" y="4487037"/>
                  </a:cubicBezTo>
                  <a:lnTo>
                    <a:pt x="6350" y="4487037"/>
                  </a:lnTo>
                  <a:cubicBezTo>
                    <a:pt x="2794" y="4487037"/>
                    <a:pt x="0" y="4484243"/>
                    <a:pt x="0" y="44806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480687"/>
                  </a:lnTo>
                  <a:lnTo>
                    <a:pt x="6350" y="4480687"/>
                  </a:lnTo>
                  <a:lnTo>
                    <a:pt x="6350" y="4474337"/>
                  </a:lnTo>
                  <a:lnTo>
                    <a:pt x="5924550" y="4474337"/>
                  </a:lnTo>
                  <a:lnTo>
                    <a:pt x="5924550" y="4480687"/>
                  </a:lnTo>
                  <a:lnTo>
                    <a:pt x="5918200" y="4480687"/>
                  </a:lnTo>
                  <a:lnTo>
                    <a:pt x="5918200" y="6350"/>
                  </a:lnTo>
                  <a:lnTo>
                    <a:pt x="5924550" y="6350"/>
                  </a:lnTo>
                  <a:lnTo>
                    <a:pt x="5924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600700" y="6041831"/>
            <a:ext cx="3962400" cy="9525"/>
            <a:chOff x="0" y="0"/>
            <a:chExt cx="5283200" cy="12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600700" y="6700542"/>
            <a:ext cx="3962400" cy="9525"/>
            <a:chOff x="0" y="0"/>
            <a:chExt cx="52832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5683253" y="6344936"/>
            <a:ext cx="41766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1 รอบ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84743" y="6387798"/>
            <a:ext cx="314704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15 ชิ้น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600700" y="7341841"/>
            <a:ext cx="3962400" cy="9525"/>
            <a:chOff x="0" y="0"/>
            <a:chExt cx="5283200" cy="12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543550" y="8002191"/>
            <a:ext cx="4076700" cy="9525"/>
            <a:chOff x="0" y="0"/>
            <a:chExt cx="5435600" cy="12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35600" cy="12700"/>
            </a:xfrm>
            <a:custGeom>
              <a:avLst/>
              <a:gdLst/>
              <a:ahLst/>
              <a:cxnLst/>
              <a:rect r="r" b="b" t="t" l="l"/>
              <a:pathLst>
                <a:path h="12700" w="5435600">
                  <a:moveTo>
                    <a:pt x="0" y="0"/>
                  </a:moveTo>
                  <a:lnTo>
                    <a:pt x="5435600" y="0"/>
                  </a:lnTo>
                  <a:lnTo>
                    <a:pt x="5435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543550" y="6135386"/>
            <a:ext cx="4076700" cy="523875"/>
            <a:chOff x="0" y="0"/>
            <a:chExt cx="5435600" cy="698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35600" cy="698500"/>
            </a:xfrm>
            <a:custGeom>
              <a:avLst/>
              <a:gdLst/>
              <a:ahLst/>
              <a:cxnLst/>
              <a:rect r="r" b="b" t="t" l="l"/>
              <a:pathLst>
                <a:path h="698500" w="5435600">
                  <a:moveTo>
                    <a:pt x="0" y="0"/>
                  </a:moveTo>
                  <a:lnTo>
                    <a:pt x="5435600" y="0"/>
                  </a:lnTo>
                  <a:lnTo>
                    <a:pt x="54356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FD700">
                <a:alpha val="392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543550" y="6135386"/>
            <a:ext cx="28575" cy="523875"/>
            <a:chOff x="0" y="0"/>
            <a:chExt cx="38100" cy="698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100" cy="698500"/>
            </a:xfrm>
            <a:custGeom>
              <a:avLst/>
              <a:gdLst/>
              <a:ahLst/>
              <a:cxnLst/>
              <a:rect r="r" b="b" t="t" l="l"/>
              <a:pathLst>
                <a:path h="698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372100" y="1796247"/>
            <a:ext cx="4422772" cy="3340709"/>
            <a:chOff x="0" y="0"/>
            <a:chExt cx="1046080" cy="79014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6080" cy="790149"/>
            </a:xfrm>
            <a:custGeom>
              <a:avLst/>
              <a:gdLst/>
              <a:ahLst/>
              <a:cxnLst/>
              <a:rect r="r" b="b" t="t" l="l"/>
              <a:pathLst>
                <a:path h="790149" w="1046080">
                  <a:moveTo>
                    <a:pt x="0" y="0"/>
                  </a:moveTo>
                  <a:lnTo>
                    <a:pt x="1046080" y="0"/>
                  </a:lnTo>
                  <a:lnTo>
                    <a:pt x="1046080" y="790149"/>
                  </a:lnTo>
                  <a:lnTo>
                    <a:pt x="0" y="790149"/>
                  </a:lnTo>
                  <a:close/>
                </a:path>
              </a:pathLst>
            </a:custGeom>
            <a:blipFill>
              <a:blip r:embed="rId3"/>
              <a:stretch>
                <a:fillRect l="-2677" t="0" r="-2677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23159" y="4898536"/>
            <a:ext cx="4417877" cy="4025028"/>
            <a:chOff x="0" y="0"/>
            <a:chExt cx="1233714" cy="11240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33714" cy="1124009"/>
            </a:xfrm>
            <a:custGeom>
              <a:avLst/>
              <a:gdLst/>
              <a:ahLst/>
              <a:cxnLst/>
              <a:rect r="r" b="b" t="t" l="l"/>
              <a:pathLst>
                <a:path h="1124009" w="1233714">
                  <a:moveTo>
                    <a:pt x="0" y="0"/>
                  </a:moveTo>
                  <a:lnTo>
                    <a:pt x="1233714" y="0"/>
                  </a:lnTo>
                  <a:lnTo>
                    <a:pt x="1233714" y="1124009"/>
                  </a:lnTo>
                  <a:lnTo>
                    <a:pt x="0" y="1124009"/>
                  </a:lnTo>
                  <a:close/>
                </a:path>
              </a:pathLst>
            </a:custGeom>
            <a:blipFill>
              <a:blip r:embed="rId4"/>
              <a:stretch>
                <a:fillRect l="0" t="-6107" r="0" b="-6107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492128" y="434978"/>
            <a:ext cx="274899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312">
                <a:solidFill>
                  <a:srgbClr val="00B4FF">
                    <a:alpha val="84706"/>
                  </a:srgbClr>
                </a:solidFill>
                <a:latin typeface="Shareb"/>
                <a:ea typeface="Shareb"/>
                <a:cs typeface="Shareb"/>
                <a:sym typeface="Shareb"/>
              </a:rPr>
              <a:t>— Digimon Masters Online —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2128" y="615953"/>
            <a:ext cx="3285925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6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DUNGEON SERVICE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2128" y="1035053"/>
            <a:ext cx="1583667" cy="2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งาน</a:t>
            </a: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ไว · ปลอดภัย ·ไว้ใจได้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535391" y="434978"/>
            <a:ext cx="1259481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NODE · 02 / 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775306" y="615953"/>
            <a:ext cx="1019575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STATUS · OPEN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06428" y="1854203"/>
            <a:ext cx="4334608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252">
                <a:solidFill>
                  <a:srgbClr val="6A8AB3"/>
                </a:solidFill>
                <a:latin typeface="Shareb"/>
                <a:ea typeface="Shareb"/>
                <a:cs typeface="Shareb"/>
                <a:sym typeface="Shareb"/>
              </a:rPr>
              <a:t>▸ DUNGEON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06428" y="2111378"/>
            <a:ext cx="4334608" cy="39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b="true" sz="2850" spc="114">
                <a:solidFill>
                  <a:srgbClr val="00B4FF"/>
                </a:solidFill>
                <a:latin typeface="Arimo Bold"/>
                <a:ea typeface="Arimo Bold"/>
                <a:cs typeface="Arimo Bold"/>
                <a:sym typeface="Arimo Bold"/>
              </a:rPr>
              <a:t>DARK WEB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06428" y="2596105"/>
            <a:ext cx="4334608" cy="21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ดันเจี้ยนดาร์กเว็บ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25503" y="3205705"/>
            <a:ext cx="3912746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197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▸ TARGET BOSS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5503" y="3434305"/>
            <a:ext cx="3912746" cy="28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 spc="105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ARMAGEDDEMON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25503" y="3761880"/>
            <a:ext cx="3912746" cy="1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อามาเกมอน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25503" y="4171455"/>
            <a:ext cx="3912746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วัตถุดิบ · ข้อมูลของคุรามอน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566667" y="5771950"/>
            <a:ext cx="4030475" cy="1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293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// SERVICE PACKAGES //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683253" y="6986245"/>
            <a:ext cx="123743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ซีโร่ / เปล่งประกาย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499032" y="7029107"/>
            <a:ext cx="80042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100 ชิ้น / 7 รอบ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30810" y="6967195"/>
            <a:ext cx="3497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300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711828" y="7646594"/>
            <a:ext cx="5215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ฮาซาร์ด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430832" y="7689456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150 ชิ้น / 10 รอบ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130810" y="7627544"/>
            <a:ext cx="3497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450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683253" y="8306943"/>
            <a:ext cx="6322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ปาฏิหาริย์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430832" y="8349805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200 ชิ้น / 13 รอบ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247343" y="6325886"/>
            <a:ext cx="2332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45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130810" y="8287893"/>
            <a:ext cx="3497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550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034238" y="9518256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สอบถามคิว หรือ รายละเอียดเพิ่มเติม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034238" y="9724825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ทักแชท </a:t>
            </a:r>
            <a:r>
              <a:rPr lang="en-US" sz="10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(Inbox) </a:t>
            </a: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หรือคอมเมนต์ไว้ได้เลย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D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304800" cy="19050"/>
            <a:chOff x="0" y="0"/>
            <a:chExt cx="406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" y="114300"/>
            <a:ext cx="19050" cy="304800"/>
            <a:chOff x="0" y="0"/>
            <a:chExt cx="25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67900" y="114300"/>
            <a:ext cx="304800" cy="19050"/>
            <a:chOff x="0" y="0"/>
            <a:chExt cx="406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3650" y="114300"/>
            <a:ext cx="19050" cy="304800"/>
            <a:chOff x="0" y="0"/>
            <a:chExt cx="25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" y="10153650"/>
            <a:ext cx="304800" cy="19050"/>
            <a:chOff x="0" y="0"/>
            <a:chExt cx="406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" y="9867900"/>
            <a:ext cx="19050" cy="304800"/>
            <a:chOff x="0" y="0"/>
            <a:chExt cx="254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67900" y="10153650"/>
            <a:ext cx="304800" cy="19050"/>
            <a:chOff x="0" y="0"/>
            <a:chExt cx="406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53650" y="9867900"/>
            <a:ext cx="19050" cy="304800"/>
            <a:chOff x="0" y="0"/>
            <a:chExt cx="25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1938" y="261938"/>
            <a:ext cx="9763125" cy="1123950"/>
            <a:chOff x="0" y="0"/>
            <a:chExt cx="13017500" cy="149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3004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081020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75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492250"/>
                  </a:lnTo>
                  <a:cubicBezTo>
                    <a:pt x="13017500" y="1495806"/>
                    <a:pt x="13014706" y="1498600"/>
                    <a:pt x="13011150" y="1498600"/>
                  </a:cubicBezTo>
                  <a:lnTo>
                    <a:pt x="6350" y="1498600"/>
                  </a:lnTo>
                  <a:cubicBezTo>
                    <a:pt x="2794" y="1498600"/>
                    <a:pt x="0" y="1495806"/>
                    <a:pt x="0" y="14922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92250"/>
                  </a:lnTo>
                  <a:lnTo>
                    <a:pt x="6350" y="1492250"/>
                  </a:lnTo>
                  <a:lnTo>
                    <a:pt x="6350" y="1485900"/>
                  </a:lnTo>
                  <a:lnTo>
                    <a:pt x="13011150" y="1485900"/>
                  </a:lnTo>
                  <a:lnTo>
                    <a:pt x="13011150" y="1492250"/>
                  </a:lnTo>
                  <a:lnTo>
                    <a:pt x="13004800" y="1492250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1938" y="1547812"/>
            <a:ext cx="9763125" cy="7597378"/>
            <a:chOff x="0" y="0"/>
            <a:chExt cx="13017500" cy="10129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3004800" cy="10117074"/>
            </a:xfrm>
            <a:custGeom>
              <a:avLst/>
              <a:gdLst/>
              <a:ahLst/>
              <a:cxnLst/>
              <a:rect r="r" b="b" t="t" l="l"/>
              <a:pathLst>
                <a:path h="1011707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117074"/>
                  </a:lnTo>
                  <a:lnTo>
                    <a:pt x="0" y="10117074"/>
                  </a:lnTo>
                  <a:close/>
                </a:path>
              </a:pathLst>
            </a:custGeom>
            <a:solidFill>
              <a:srgbClr val="02060F">
                <a:alpha val="3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17500" cy="10129774"/>
            </a:xfrm>
            <a:custGeom>
              <a:avLst/>
              <a:gdLst/>
              <a:ahLst/>
              <a:cxnLst/>
              <a:rect r="r" b="b" t="t" l="l"/>
              <a:pathLst>
                <a:path h="10129774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0123424"/>
                  </a:lnTo>
                  <a:cubicBezTo>
                    <a:pt x="13017500" y="10126980"/>
                    <a:pt x="13014706" y="10129774"/>
                    <a:pt x="13011150" y="10129774"/>
                  </a:cubicBezTo>
                  <a:lnTo>
                    <a:pt x="6350" y="10129774"/>
                  </a:lnTo>
                  <a:cubicBezTo>
                    <a:pt x="2794" y="10129774"/>
                    <a:pt x="0" y="10126980"/>
                    <a:pt x="0" y="1012342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3424"/>
                  </a:lnTo>
                  <a:lnTo>
                    <a:pt x="6350" y="10123424"/>
                  </a:lnTo>
                  <a:lnTo>
                    <a:pt x="6350" y="10117074"/>
                  </a:lnTo>
                  <a:lnTo>
                    <a:pt x="13011150" y="10117074"/>
                  </a:lnTo>
                  <a:lnTo>
                    <a:pt x="13011150" y="10123424"/>
                  </a:lnTo>
                  <a:lnTo>
                    <a:pt x="13004800" y="10123424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1025" y="2947988"/>
            <a:ext cx="4257675" cy="1401070"/>
            <a:chOff x="0" y="0"/>
            <a:chExt cx="5676900" cy="18680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76900" cy="1868043"/>
            </a:xfrm>
            <a:custGeom>
              <a:avLst/>
              <a:gdLst/>
              <a:ahLst/>
              <a:cxnLst/>
              <a:rect r="r" b="b" t="t" l="l"/>
              <a:pathLst>
                <a:path h="1868043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868043"/>
                  </a:lnTo>
                  <a:lnTo>
                    <a:pt x="0" y="1868043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1025" y="2947988"/>
            <a:ext cx="28575" cy="1401070"/>
            <a:chOff x="0" y="0"/>
            <a:chExt cx="38100" cy="18680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868043"/>
            </a:xfrm>
            <a:custGeom>
              <a:avLst/>
              <a:gdLst/>
              <a:ahLst/>
              <a:cxnLst/>
              <a:rect r="r" b="b" t="t" l="l"/>
              <a:pathLst>
                <a:path h="1868043" w="38100">
                  <a:moveTo>
                    <a:pt x="0" y="0"/>
                  </a:moveTo>
                  <a:lnTo>
                    <a:pt x="38100" y="0"/>
                  </a:lnTo>
                  <a:lnTo>
                    <a:pt x="38100" y="1868043"/>
                  </a:lnTo>
                  <a:lnTo>
                    <a:pt x="0" y="1868043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3891858"/>
            <a:ext cx="3848100" cy="9525"/>
            <a:chOff x="0" y="0"/>
            <a:chExt cx="51308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0800" cy="12700"/>
            </a:xfrm>
            <a:custGeom>
              <a:avLst/>
              <a:gdLst/>
              <a:ahLst/>
              <a:cxnLst/>
              <a:rect r="r" b="b" t="t" l="l"/>
              <a:pathLst>
                <a:path h="12700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19712" y="1728788"/>
            <a:ext cx="4524375" cy="3451031"/>
            <a:chOff x="0" y="0"/>
            <a:chExt cx="6032500" cy="46013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6019800" cy="4588637"/>
            </a:xfrm>
            <a:custGeom>
              <a:avLst/>
              <a:gdLst/>
              <a:ahLst/>
              <a:cxnLst/>
              <a:rect r="r" b="b" t="t" l="l"/>
              <a:pathLst>
                <a:path h="4588637" w="6019800">
                  <a:moveTo>
                    <a:pt x="0" y="0"/>
                  </a:moveTo>
                  <a:lnTo>
                    <a:pt x="6019800" y="0"/>
                  </a:lnTo>
                  <a:lnTo>
                    <a:pt x="6019800" y="4588637"/>
                  </a:lnTo>
                  <a:lnTo>
                    <a:pt x="0" y="4588637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32500" cy="4601337"/>
            </a:xfrm>
            <a:custGeom>
              <a:avLst/>
              <a:gdLst/>
              <a:ahLst/>
              <a:cxnLst/>
              <a:rect r="r" b="b" t="t" l="l"/>
              <a:pathLst>
                <a:path h="4601337" w="6032500">
                  <a:moveTo>
                    <a:pt x="6350" y="0"/>
                  </a:moveTo>
                  <a:lnTo>
                    <a:pt x="6026150" y="0"/>
                  </a:lnTo>
                  <a:cubicBezTo>
                    <a:pt x="6029706" y="0"/>
                    <a:pt x="6032500" y="2794"/>
                    <a:pt x="6032500" y="6350"/>
                  </a:cubicBezTo>
                  <a:lnTo>
                    <a:pt x="6032500" y="4594987"/>
                  </a:lnTo>
                  <a:cubicBezTo>
                    <a:pt x="6032500" y="4598543"/>
                    <a:pt x="6029706" y="4601337"/>
                    <a:pt x="6026150" y="4601337"/>
                  </a:cubicBezTo>
                  <a:lnTo>
                    <a:pt x="6350" y="4601337"/>
                  </a:lnTo>
                  <a:cubicBezTo>
                    <a:pt x="2794" y="4601337"/>
                    <a:pt x="0" y="4598543"/>
                    <a:pt x="0" y="45949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94987"/>
                  </a:lnTo>
                  <a:lnTo>
                    <a:pt x="6350" y="4594987"/>
                  </a:lnTo>
                  <a:lnTo>
                    <a:pt x="6350" y="4588637"/>
                  </a:lnTo>
                  <a:lnTo>
                    <a:pt x="6026150" y="4588637"/>
                  </a:lnTo>
                  <a:lnTo>
                    <a:pt x="6026150" y="4594987"/>
                  </a:lnTo>
                  <a:lnTo>
                    <a:pt x="6019800" y="4594987"/>
                  </a:lnTo>
                  <a:lnTo>
                    <a:pt x="6019800" y="6350"/>
                  </a:lnTo>
                  <a:lnTo>
                    <a:pt x="6026150" y="6350"/>
                  </a:lnTo>
                  <a:lnTo>
                    <a:pt x="6026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57812" y="5560819"/>
            <a:ext cx="4448175" cy="3365306"/>
            <a:chOff x="0" y="0"/>
            <a:chExt cx="5930900" cy="44870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5918200" cy="4474337"/>
            </a:xfrm>
            <a:custGeom>
              <a:avLst/>
              <a:gdLst/>
              <a:ahLst/>
              <a:cxnLst/>
              <a:rect r="r" b="b" t="t" l="l"/>
              <a:pathLst>
                <a:path h="4474337" w="5918200">
                  <a:moveTo>
                    <a:pt x="0" y="0"/>
                  </a:moveTo>
                  <a:lnTo>
                    <a:pt x="5918200" y="0"/>
                  </a:lnTo>
                  <a:lnTo>
                    <a:pt x="5918200" y="4474337"/>
                  </a:lnTo>
                  <a:lnTo>
                    <a:pt x="0" y="4474337"/>
                  </a:lnTo>
                  <a:close/>
                </a:path>
              </a:pathLst>
            </a:custGeom>
            <a:solidFill>
              <a:srgbClr val="02060F">
                <a:alpha val="3568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30900" cy="4487037"/>
            </a:xfrm>
            <a:custGeom>
              <a:avLst/>
              <a:gdLst/>
              <a:ahLst/>
              <a:cxnLst/>
              <a:rect r="r" b="b" t="t" l="l"/>
              <a:pathLst>
                <a:path h="4487037" w="5930900">
                  <a:moveTo>
                    <a:pt x="6350" y="0"/>
                  </a:moveTo>
                  <a:lnTo>
                    <a:pt x="5924550" y="0"/>
                  </a:lnTo>
                  <a:cubicBezTo>
                    <a:pt x="5928106" y="0"/>
                    <a:pt x="5930900" y="2794"/>
                    <a:pt x="5930900" y="6350"/>
                  </a:cubicBezTo>
                  <a:lnTo>
                    <a:pt x="5930900" y="4480687"/>
                  </a:lnTo>
                  <a:cubicBezTo>
                    <a:pt x="5930900" y="4484243"/>
                    <a:pt x="5928106" y="4487037"/>
                    <a:pt x="5924550" y="4487037"/>
                  </a:cubicBezTo>
                  <a:lnTo>
                    <a:pt x="6350" y="4487037"/>
                  </a:lnTo>
                  <a:cubicBezTo>
                    <a:pt x="2794" y="4487037"/>
                    <a:pt x="0" y="4484243"/>
                    <a:pt x="0" y="44806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480687"/>
                  </a:lnTo>
                  <a:lnTo>
                    <a:pt x="6350" y="4480687"/>
                  </a:lnTo>
                  <a:lnTo>
                    <a:pt x="6350" y="4474337"/>
                  </a:lnTo>
                  <a:lnTo>
                    <a:pt x="5924550" y="4474337"/>
                  </a:lnTo>
                  <a:lnTo>
                    <a:pt x="5924550" y="4480687"/>
                  </a:lnTo>
                  <a:lnTo>
                    <a:pt x="5918200" y="4480687"/>
                  </a:lnTo>
                  <a:lnTo>
                    <a:pt x="5918200" y="6350"/>
                  </a:lnTo>
                  <a:lnTo>
                    <a:pt x="5924550" y="6350"/>
                  </a:lnTo>
                  <a:lnTo>
                    <a:pt x="5924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600700" y="6041831"/>
            <a:ext cx="3962400" cy="9525"/>
            <a:chOff x="0" y="0"/>
            <a:chExt cx="52832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00700" y="6700542"/>
            <a:ext cx="3962400" cy="9525"/>
            <a:chOff x="0" y="0"/>
            <a:chExt cx="52832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600700" y="7341841"/>
            <a:ext cx="3962400" cy="9525"/>
            <a:chOff x="0" y="0"/>
            <a:chExt cx="52832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43550" y="7487841"/>
            <a:ext cx="4076700" cy="523875"/>
            <a:chOff x="0" y="0"/>
            <a:chExt cx="5435600" cy="698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35600" cy="698500"/>
            </a:xfrm>
            <a:custGeom>
              <a:avLst/>
              <a:gdLst/>
              <a:ahLst/>
              <a:cxnLst/>
              <a:rect r="r" b="b" t="t" l="l"/>
              <a:pathLst>
                <a:path h="698500" w="5435600">
                  <a:moveTo>
                    <a:pt x="0" y="0"/>
                  </a:moveTo>
                  <a:lnTo>
                    <a:pt x="5435600" y="0"/>
                  </a:lnTo>
                  <a:lnTo>
                    <a:pt x="54356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FD700">
                <a:alpha val="39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543550" y="8002191"/>
            <a:ext cx="4076700" cy="9525"/>
            <a:chOff x="0" y="0"/>
            <a:chExt cx="5435600" cy="12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35600" cy="12700"/>
            </a:xfrm>
            <a:custGeom>
              <a:avLst/>
              <a:gdLst/>
              <a:ahLst/>
              <a:cxnLst/>
              <a:rect r="r" b="b" t="t" l="l"/>
              <a:pathLst>
                <a:path h="12700" w="5435600">
                  <a:moveTo>
                    <a:pt x="0" y="0"/>
                  </a:moveTo>
                  <a:lnTo>
                    <a:pt x="5435600" y="0"/>
                  </a:lnTo>
                  <a:lnTo>
                    <a:pt x="5435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543550" y="7487841"/>
            <a:ext cx="28575" cy="523875"/>
            <a:chOff x="0" y="0"/>
            <a:chExt cx="38100" cy="6985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100" cy="698500"/>
            </a:xfrm>
            <a:custGeom>
              <a:avLst/>
              <a:gdLst/>
              <a:ahLst/>
              <a:cxnLst/>
              <a:rect r="r" b="b" t="t" l="l"/>
              <a:pathLst>
                <a:path h="698500" w="38100">
                  <a:moveTo>
                    <a:pt x="0" y="0"/>
                  </a:moveTo>
                  <a:lnTo>
                    <a:pt x="38100" y="0"/>
                  </a:lnTo>
                  <a:lnTo>
                    <a:pt x="381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372100" y="1796247"/>
            <a:ext cx="4422772" cy="3340709"/>
            <a:chOff x="0" y="0"/>
            <a:chExt cx="1046080" cy="790149"/>
          </a:xfrm>
        </p:grpSpPr>
        <p:sp>
          <p:nvSpPr>
            <p:cNvPr name="Freeform 51" id="51"/>
            <p:cNvSpPr/>
            <p:nvPr/>
          </p:nvSpPr>
          <p:spPr>
            <a:xfrm flipH="true" flipV="false" rot="0">
              <a:off x="0" y="0"/>
              <a:ext cx="1046080" cy="790149"/>
            </a:xfrm>
            <a:custGeom>
              <a:avLst/>
              <a:gdLst/>
              <a:ahLst/>
              <a:cxnLst/>
              <a:rect r="r" b="b" t="t" l="l"/>
              <a:pathLst>
                <a:path h="790149" w="1046080">
                  <a:moveTo>
                    <a:pt x="1046080" y="0"/>
                  </a:moveTo>
                  <a:lnTo>
                    <a:pt x="0" y="0"/>
                  </a:lnTo>
                  <a:lnTo>
                    <a:pt x="0" y="790149"/>
                  </a:lnTo>
                  <a:lnTo>
                    <a:pt x="1046080" y="790149"/>
                  </a:lnTo>
                  <a:close/>
                </a:path>
              </a:pathLst>
            </a:custGeom>
            <a:blipFill>
              <a:blip r:embed="rId3"/>
              <a:stretch>
                <a:fillRect l="-17737" t="0" r="-17737" b="0"/>
              </a:stretch>
            </a:blip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930278" y="5033075"/>
            <a:ext cx="3542755" cy="3429688"/>
          </a:xfrm>
          <a:custGeom>
            <a:avLst/>
            <a:gdLst/>
            <a:ahLst/>
            <a:cxnLst/>
            <a:rect r="r" b="b" t="t" l="l"/>
            <a:pathLst>
              <a:path h="3429688" w="3542755">
                <a:moveTo>
                  <a:pt x="0" y="0"/>
                </a:moveTo>
                <a:lnTo>
                  <a:pt x="3542755" y="0"/>
                </a:lnTo>
                <a:lnTo>
                  <a:pt x="3542755" y="3429689"/>
                </a:lnTo>
                <a:lnTo>
                  <a:pt x="0" y="3429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492128" y="434978"/>
            <a:ext cx="274899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312">
                <a:solidFill>
                  <a:srgbClr val="00B4FF">
                    <a:alpha val="84706"/>
                  </a:srgbClr>
                </a:solidFill>
                <a:latin typeface="Shareb"/>
                <a:ea typeface="Shareb"/>
                <a:cs typeface="Shareb"/>
                <a:sym typeface="Shareb"/>
              </a:rPr>
              <a:t>— Digimon Masters Online 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2128" y="615953"/>
            <a:ext cx="3285925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6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DUNGEON SERVICE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2128" y="1035053"/>
            <a:ext cx="1583667" cy="2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งาน</a:t>
            </a: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ไว · ปลอดภัย ·ไว้ใจได้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535391" y="434978"/>
            <a:ext cx="1259481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NODE · 03 / 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775306" y="615953"/>
            <a:ext cx="1019575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STATUS · OPEN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06428" y="1854203"/>
            <a:ext cx="4334608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252">
                <a:solidFill>
                  <a:srgbClr val="6A8AB3"/>
                </a:solidFill>
                <a:latin typeface="Shareb"/>
                <a:ea typeface="Shareb"/>
                <a:cs typeface="Shareb"/>
                <a:sym typeface="Shareb"/>
              </a:rPr>
              <a:t>▸ DUNGEON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6428" y="2111378"/>
            <a:ext cx="4334608" cy="31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250" spc="44">
                <a:solidFill>
                  <a:srgbClr val="00B4FF"/>
                </a:solidFill>
                <a:latin typeface="Arimo Bold"/>
                <a:ea typeface="Arimo Bold"/>
                <a:cs typeface="Arimo Bold"/>
                <a:sym typeface="Arimo Bold"/>
              </a:rPr>
              <a:t>DIGIMON KAISER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06428" y="2516191"/>
            <a:ext cx="4334608" cy="21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ดันเจี้ยนดิจิมอนไกเซอร์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5503" y="3125791"/>
            <a:ext cx="3912746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197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▸ TARGET BOSS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5503" y="3344866"/>
            <a:ext cx="2645758" cy="27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650" spc="50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BLACKMETALGREYMON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5503" y="3621977"/>
            <a:ext cx="3912746" cy="1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แบล็คเมทัลเกรย์มอน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5503" y="4031551"/>
            <a:ext cx="3912746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วัตถุดิบ · พลังชั่วร้าย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566667" y="5771950"/>
            <a:ext cx="4030475" cy="1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293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// SERVICE PACKAGES //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683253" y="6344936"/>
            <a:ext cx="41766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1 รอบ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52798" y="6387798"/>
            <a:ext cx="246649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6 ชิ้น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247437" y="6325886"/>
            <a:ext cx="233119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60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683253" y="6986245"/>
            <a:ext cx="58137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ชุด 1 ชิ้น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567087" y="7029107"/>
            <a:ext cx="732370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25 ชิ้น / 4 รอบ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30810" y="6967195"/>
            <a:ext cx="349746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200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711828" y="7646594"/>
            <a:ext cx="84006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ชุดเซ็ต 4 ชิ้น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430832" y="7689456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100 ชิ้น / 16 รอบ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30810" y="7627544"/>
            <a:ext cx="349746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750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683253" y="8306943"/>
            <a:ext cx="84006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ชุดเซ็ต 6 ชิ้น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430832" y="8349805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125 ชิ้น / 24 รอบ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956140" y="8287893"/>
            <a:ext cx="524416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1,000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034238" y="9518256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สอบถามคิว หรือ รายละเอียดเพิ่มเติม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034238" y="9724825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ทักแชท </a:t>
            </a:r>
            <a:r>
              <a:rPr lang="en-US" sz="10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(Inbox) </a:t>
            </a: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หรือคอมเมนต์ไว้ได้เลย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0287000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D1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" y="114300"/>
            <a:ext cx="304800" cy="19050"/>
            <a:chOff x="0" y="0"/>
            <a:chExt cx="4064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" y="114300"/>
            <a:ext cx="19050" cy="304800"/>
            <a:chOff x="0" y="0"/>
            <a:chExt cx="254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67900" y="114300"/>
            <a:ext cx="304800" cy="19050"/>
            <a:chOff x="0" y="0"/>
            <a:chExt cx="4064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3650" y="114300"/>
            <a:ext cx="19050" cy="304800"/>
            <a:chOff x="0" y="0"/>
            <a:chExt cx="254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300" y="10153650"/>
            <a:ext cx="304800" cy="19050"/>
            <a:chOff x="0" y="0"/>
            <a:chExt cx="406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" y="9867900"/>
            <a:ext cx="19050" cy="304800"/>
            <a:chOff x="0" y="0"/>
            <a:chExt cx="254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67900" y="10153650"/>
            <a:ext cx="304800" cy="19050"/>
            <a:chOff x="0" y="0"/>
            <a:chExt cx="406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25400"/>
            </a:xfrm>
            <a:custGeom>
              <a:avLst/>
              <a:gdLst/>
              <a:ahLst/>
              <a:cxnLst/>
              <a:rect r="r" b="b" t="t" l="l"/>
              <a:pathLst>
                <a:path h="25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53650" y="9867900"/>
            <a:ext cx="19050" cy="304800"/>
            <a:chOff x="0" y="0"/>
            <a:chExt cx="25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400">
                  <a:moveTo>
                    <a:pt x="0" y="0"/>
                  </a:moveTo>
                  <a:lnTo>
                    <a:pt x="25400" y="0"/>
                  </a:lnTo>
                  <a:lnTo>
                    <a:pt x="2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1938" y="261938"/>
            <a:ext cx="9763125" cy="1123950"/>
            <a:chOff x="0" y="0"/>
            <a:chExt cx="13017500" cy="149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3004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081020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175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492250"/>
                  </a:lnTo>
                  <a:cubicBezTo>
                    <a:pt x="13017500" y="1495806"/>
                    <a:pt x="13014706" y="1498600"/>
                    <a:pt x="13011150" y="1498600"/>
                  </a:cubicBezTo>
                  <a:lnTo>
                    <a:pt x="6350" y="1498600"/>
                  </a:lnTo>
                  <a:cubicBezTo>
                    <a:pt x="2794" y="1498600"/>
                    <a:pt x="0" y="1495806"/>
                    <a:pt x="0" y="1492250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492250"/>
                  </a:lnTo>
                  <a:lnTo>
                    <a:pt x="6350" y="1492250"/>
                  </a:lnTo>
                  <a:lnTo>
                    <a:pt x="6350" y="1485900"/>
                  </a:lnTo>
                  <a:lnTo>
                    <a:pt x="13011150" y="1485900"/>
                  </a:lnTo>
                  <a:lnTo>
                    <a:pt x="13011150" y="1492250"/>
                  </a:lnTo>
                  <a:lnTo>
                    <a:pt x="13004800" y="1492250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1938" y="1547812"/>
            <a:ext cx="9763125" cy="7597378"/>
            <a:chOff x="0" y="0"/>
            <a:chExt cx="13017500" cy="101298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3004800" cy="10117074"/>
            </a:xfrm>
            <a:custGeom>
              <a:avLst/>
              <a:gdLst/>
              <a:ahLst/>
              <a:cxnLst/>
              <a:rect r="r" b="b" t="t" l="l"/>
              <a:pathLst>
                <a:path h="1011707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117074"/>
                  </a:lnTo>
                  <a:lnTo>
                    <a:pt x="0" y="10117074"/>
                  </a:lnTo>
                  <a:close/>
                </a:path>
              </a:pathLst>
            </a:custGeom>
            <a:solidFill>
              <a:srgbClr val="02060F">
                <a:alpha val="3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17500" cy="10129774"/>
            </a:xfrm>
            <a:custGeom>
              <a:avLst/>
              <a:gdLst/>
              <a:ahLst/>
              <a:cxnLst/>
              <a:rect r="r" b="b" t="t" l="l"/>
              <a:pathLst>
                <a:path h="10129774" w="13017500">
                  <a:moveTo>
                    <a:pt x="6350" y="0"/>
                  </a:moveTo>
                  <a:lnTo>
                    <a:pt x="13011150" y="0"/>
                  </a:lnTo>
                  <a:cubicBezTo>
                    <a:pt x="13014706" y="0"/>
                    <a:pt x="13017500" y="2794"/>
                    <a:pt x="13017500" y="6350"/>
                  </a:cubicBezTo>
                  <a:lnTo>
                    <a:pt x="13017500" y="10123424"/>
                  </a:lnTo>
                  <a:cubicBezTo>
                    <a:pt x="13017500" y="10126980"/>
                    <a:pt x="13014706" y="10129774"/>
                    <a:pt x="13011150" y="10129774"/>
                  </a:cubicBezTo>
                  <a:lnTo>
                    <a:pt x="6350" y="10129774"/>
                  </a:lnTo>
                  <a:cubicBezTo>
                    <a:pt x="2794" y="10129774"/>
                    <a:pt x="0" y="10126980"/>
                    <a:pt x="0" y="10123424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0123424"/>
                  </a:lnTo>
                  <a:lnTo>
                    <a:pt x="6350" y="10123424"/>
                  </a:lnTo>
                  <a:lnTo>
                    <a:pt x="6350" y="10117074"/>
                  </a:lnTo>
                  <a:lnTo>
                    <a:pt x="13011150" y="10117074"/>
                  </a:lnTo>
                  <a:lnTo>
                    <a:pt x="13011150" y="10123424"/>
                  </a:lnTo>
                  <a:lnTo>
                    <a:pt x="13004800" y="10123424"/>
                  </a:lnTo>
                  <a:lnTo>
                    <a:pt x="13004800" y="6350"/>
                  </a:lnTo>
                  <a:lnTo>
                    <a:pt x="13011150" y="6350"/>
                  </a:lnTo>
                  <a:lnTo>
                    <a:pt x="13011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1025" y="2947988"/>
            <a:ext cx="4257675" cy="1461049"/>
            <a:chOff x="0" y="0"/>
            <a:chExt cx="5676900" cy="1948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769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5676900">
                  <a:moveTo>
                    <a:pt x="0" y="0"/>
                  </a:moveTo>
                  <a:lnTo>
                    <a:pt x="5676900" y="0"/>
                  </a:lnTo>
                  <a:lnTo>
                    <a:pt x="56769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1025" y="2947988"/>
            <a:ext cx="28575" cy="1461049"/>
            <a:chOff x="0" y="0"/>
            <a:chExt cx="38100" cy="19480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948053"/>
            </a:xfrm>
            <a:custGeom>
              <a:avLst/>
              <a:gdLst/>
              <a:ahLst/>
              <a:cxnLst/>
              <a:rect r="r" b="b" t="t" l="l"/>
              <a:pathLst>
                <a:path h="1948053" w="38100">
                  <a:moveTo>
                    <a:pt x="0" y="0"/>
                  </a:moveTo>
                  <a:lnTo>
                    <a:pt x="38100" y="0"/>
                  </a:lnTo>
                  <a:lnTo>
                    <a:pt x="38100" y="1948053"/>
                  </a:lnTo>
                  <a:lnTo>
                    <a:pt x="0" y="1948053"/>
                  </a:lnTo>
                  <a:close/>
                </a:path>
              </a:pathLst>
            </a:custGeom>
            <a:solidFill>
              <a:srgbClr val="00B4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0100" y="3951837"/>
            <a:ext cx="3848100" cy="9525"/>
            <a:chOff x="0" y="0"/>
            <a:chExt cx="5130800" cy="12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0800" cy="12700"/>
            </a:xfrm>
            <a:custGeom>
              <a:avLst/>
              <a:gdLst/>
              <a:ahLst/>
              <a:cxnLst/>
              <a:rect r="r" b="b" t="t" l="l"/>
              <a:pathLst>
                <a:path h="12700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319712" y="1728788"/>
            <a:ext cx="4524375" cy="3451031"/>
            <a:chOff x="0" y="0"/>
            <a:chExt cx="6032500" cy="46013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" y="6350"/>
              <a:ext cx="6019800" cy="4588637"/>
            </a:xfrm>
            <a:custGeom>
              <a:avLst/>
              <a:gdLst/>
              <a:ahLst/>
              <a:cxnLst/>
              <a:rect r="r" b="b" t="t" l="l"/>
              <a:pathLst>
                <a:path h="4588637" w="6019800">
                  <a:moveTo>
                    <a:pt x="0" y="0"/>
                  </a:moveTo>
                  <a:lnTo>
                    <a:pt x="6019800" y="0"/>
                  </a:lnTo>
                  <a:lnTo>
                    <a:pt x="6019800" y="4588637"/>
                  </a:lnTo>
                  <a:lnTo>
                    <a:pt x="0" y="4588637"/>
                  </a:lnTo>
                  <a:close/>
                </a:path>
              </a:pathLst>
            </a:custGeom>
            <a:solidFill>
              <a:srgbClr val="00B4FF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32500" cy="4601337"/>
            </a:xfrm>
            <a:custGeom>
              <a:avLst/>
              <a:gdLst/>
              <a:ahLst/>
              <a:cxnLst/>
              <a:rect r="r" b="b" t="t" l="l"/>
              <a:pathLst>
                <a:path h="4601337" w="6032500">
                  <a:moveTo>
                    <a:pt x="6350" y="0"/>
                  </a:moveTo>
                  <a:lnTo>
                    <a:pt x="6026150" y="0"/>
                  </a:lnTo>
                  <a:cubicBezTo>
                    <a:pt x="6029706" y="0"/>
                    <a:pt x="6032500" y="2794"/>
                    <a:pt x="6032500" y="6350"/>
                  </a:cubicBezTo>
                  <a:lnTo>
                    <a:pt x="6032500" y="4594987"/>
                  </a:lnTo>
                  <a:cubicBezTo>
                    <a:pt x="6032500" y="4598543"/>
                    <a:pt x="6029706" y="4601337"/>
                    <a:pt x="6026150" y="4601337"/>
                  </a:cubicBezTo>
                  <a:lnTo>
                    <a:pt x="6350" y="4601337"/>
                  </a:lnTo>
                  <a:cubicBezTo>
                    <a:pt x="2794" y="4601337"/>
                    <a:pt x="0" y="4598543"/>
                    <a:pt x="0" y="45949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594987"/>
                  </a:lnTo>
                  <a:lnTo>
                    <a:pt x="6350" y="4594987"/>
                  </a:lnTo>
                  <a:lnTo>
                    <a:pt x="6350" y="4588637"/>
                  </a:lnTo>
                  <a:lnTo>
                    <a:pt x="6026150" y="4588637"/>
                  </a:lnTo>
                  <a:lnTo>
                    <a:pt x="6026150" y="4594987"/>
                  </a:lnTo>
                  <a:lnTo>
                    <a:pt x="6019800" y="4594987"/>
                  </a:lnTo>
                  <a:lnTo>
                    <a:pt x="6019800" y="6350"/>
                  </a:lnTo>
                  <a:lnTo>
                    <a:pt x="6026150" y="6350"/>
                  </a:lnTo>
                  <a:lnTo>
                    <a:pt x="60261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57812" y="5560819"/>
            <a:ext cx="4448175" cy="3365306"/>
            <a:chOff x="0" y="0"/>
            <a:chExt cx="5930900" cy="44870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5918200" cy="4474337"/>
            </a:xfrm>
            <a:custGeom>
              <a:avLst/>
              <a:gdLst/>
              <a:ahLst/>
              <a:cxnLst/>
              <a:rect r="r" b="b" t="t" l="l"/>
              <a:pathLst>
                <a:path h="4474337" w="5918200">
                  <a:moveTo>
                    <a:pt x="0" y="0"/>
                  </a:moveTo>
                  <a:lnTo>
                    <a:pt x="5918200" y="0"/>
                  </a:lnTo>
                  <a:lnTo>
                    <a:pt x="5918200" y="4474337"/>
                  </a:lnTo>
                  <a:lnTo>
                    <a:pt x="0" y="4474337"/>
                  </a:lnTo>
                  <a:close/>
                </a:path>
              </a:pathLst>
            </a:custGeom>
            <a:solidFill>
              <a:srgbClr val="02060F">
                <a:alpha val="3568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30900" cy="4487037"/>
            </a:xfrm>
            <a:custGeom>
              <a:avLst/>
              <a:gdLst/>
              <a:ahLst/>
              <a:cxnLst/>
              <a:rect r="r" b="b" t="t" l="l"/>
              <a:pathLst>
                <a:path h="4487037" w="5930900">
                  <a:moveTo>
                    <a:pt x="6350" y="0"/>
                  </a:moveTo>
                  <a:lnTo>
                    <a:pt x="5924550" y="0"/>
                  </a:lnTo>
                  <a:cubicBezTo>
                    <a:pt x="5928106" y="0"/>
                    <a:pt x="5930900" y="2794"/>
                    <a:pt x="5930900" y="6350"/>
                  </a:cubicBezTo>
                  <a:lnTo>
                    <a:pt x="5930900" y="4480687"/>
                  </a:lnTo>
                  <a:cubicBezTo>
                    <a:pt x="5930900" y="4484243"/>
                    <a:pt x="5928106" y="4487037"/>
                    <a:pt x="5924550" y="4487037"/>
                  </a:cubicBezTo>
                  <a:lnTo>
                    <a:pt x="6350" y="4487037"/>
                  </a:lnTo>
                  <a:cubicBezTo>
                    <a:pt x="2794" y="4487037"/>
                    <a:pt x="0" y="4484243"/>
                    <a:pt x="0" y="448068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480687"/>
                  </a:lnTo>
                  <a:lnTo>
                    <a:pt x="6350" y="4480687"/>
                  </a:lnTo>
                  <a:lnTo>
                    <a:pt x="6350" y="4474337"/>
                  </a:lnTo>
                  <a:lnTo>
                    <a:pt x="5924550" y="4474337"/>
                  </a:lnTo>
                  <a:lnTo>
                    <a:pt x="5924550" y="4480687"/>
                  </a:lnTo>
                  <a:lnTo>
                    <a:pt x="5918200" y="4480687"/>
                  </a:lnTo>
                  <a:lnTo>
                    <a:pt x="5918200" y="6350"/>
                  </a:lnTo>
                  <a:lnTo>
                    <a:pt x="5924550" y="6350"/>
                  </a:lnTo>
                  <a:lnTo>
                    <a:pt x="5924550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600700" y="6041831"/>
            <a:ext cx="3962400" cy="9525"/>
            <a:chOff x="0" y="0"/>
            <a:chExt cx="5283200" cy="12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B4FF">
                <a:alpha val="2000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00700" y="6756644"/>
            <a:ext cx="3962400" cy="9525"/>
            <a:chOff x="0" y="0"/>
            <a:chExt cx="5283200" cy="12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600700" y="7662567"/>
            <a:ext cx="3962400" cy="9525"/>
            <a:chOff x="0" y="0"/>
            <a:chExt cx="52832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83200" cy="12700"/>
            </a:xfrm>
            <a:custGeom>
              <a:avLst/>
              <a:gdLst/>
              <a:ahLst/>
              <a:cxnLst/>
              <a:rect r="r" b="b" t="t" l="l"/>
              <a:pathLst>
                <a:path h="12700" w="5283200">
                  <a:moveTo>
                    <a:pt x="0" y="0"/>
                  </a:moveTo>
                  <a:lnTo>
                    <a:pt x="5283200" y="0"/>
                  </a:lnTo>
                  <a:lnTo>
                    <a:pt x="5283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543550" y="7920638"/>
            <a:ext cx="4076700" cy="666750"/>
            <a:chOff x="0" y="0"/>
            <a:chExt cx="5435600" cy="889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35600" cy="889000"/>
            </a:xfrm>
            <a:custGeom>
              <a:avLst/>
              <a:gdLst/>
              <a:ahLst/>
              <a:cxnLst/>
              <a:rect r="r" b="b" t="t" l="l"/>
              <a:pathLst>
                <a:path h="889000" w="5435600">
                  <a:moveTo>
                    <a:pt x="0" y="0"/>
                  </a:moveTo>
                  <a:lnTo>
                    <a:pt x="5435600" y="0"/>
                  </a:lnTo>
                  <a:lnTo>
                    <a:pt x="54356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FFD700">
                <a:alpha val="39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543550" y="7920638"/>
            <a:ext cx="28575" cy="666750"/>
            <a:chOff x="0" y="0"/>
            <a:chExt cx="38100" cy="889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FFD7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372100" y="1796247"/>
            <a:ext cx="4422772" cy="3340709"/>
            <a:chOff x="0" y="0"/>
            <a:chExt cx="1046080" cy="79014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6080" cy="790149"/>
            </a:xfrm>
            <a:custGeom>
              <a:avLst/>
              <a:gdLst/>
              <a:ahLst/>
              <a:cxnLst/>
              <a:rect r="r" b="b" t="t" l="l"/>
              <a:pathLst>
                <a:path h="790149" w="1046080">
                  <a:moveTo>
                    <a:pt x="0" y="0"/>
                  </a:moveTo>
                  <a:lnTo>
                    <a:pt x="1046080" y="0"/>
                  </a:lnTo>
                  <a:lnTo>
                    <a:pt x="1046080" y="790149"/>
                  </a:lnTo>
                  <a:lnTo>
                    <a:pt x="0" y="790149"/>
                  </a:lnTo>
                  <a:close/>
                </a:path>
              </a:pathLst>
            </a:custGeom>
            <a:blipFill>
              <a:blip r:embed="rId3"/>
              <a:stretch>
                <a:fillRect l="-26897" t="0" r="-29760" b="-15635"/>
              </a:stretch>
            </a:blip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800100" y="4621774"/>
            <a:ext cx="3769380" cy="4269740"/>
          </a:xfrm>
          <a:custGeom>
            <a:avLst/>
            <a:gdLst/>
            <a:ahLst/>
            <a:cxnLst/>
            <a:rect r="r" b="b" t="t" l="l"/>
            <a:pathLst>
              <a:path h="4269740" w="3769380">
                <a:moveTo>
                  <a:pt x="0" y="0"/>
                </a:moveTo>
                <a:lnTo>
                  <a:pt x="3769380" y="0"/>
                </a:lnTo>
                <a:lnTo>
                  <a:pt x="3769380" y="4269741"/>
                </a:lnTo>
                <a:lnTo>
                  <a:pt x="0" y="4269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787904" y="4551912"/>
            <a:ext cx="3843917" cy="4360935"/>
          </a:xfrm>
          <a:custGeom>
            <a:avLst/>
            <a:gdLst/>
            <a:ahLst/>
            <a:cxnLst/>
            <a:rect r="r" b="b" t="t" l="l"/>
            <a:pathLst>
              <a:path h="4360935" w="3843917">
                <a:moveTo>
                  <a:pt x="0" y="0"/>
                </a:moveTo>
                <a:lnTo>
                  <a:pt x="3843917" y="0"/>
                </a:lnTo>
                <a:lnTo>
                  <a:pt x="3843917" y="4360935"/>
                </a:lnTo>
                <a:lnTo>
                  <a:pt x="0" y="4360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92128" y="434978"/>
            <a:ext cx="2748991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"/>
              </a:lnSpc>
            </a:pPr>
            <a:r>
              <a:rPr lang="en-US" sz="975" spc="312">
                <a:solidFill>
                  <a:srgbClr val="00B4FF">
                    <a:alpha val="84706"/>
                  </a:srgbClr>
                </a:solidFill>
                <a:latin typeface="Shareb"/>
                <a:ea typeface="Shareb"/>
                <a:cs typeface="Shareb"/>
                <a:sym typeface="Shareb"/>
              </a:rPr>
              <a:t>— Digimon Masters Online —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2128" y="615953"/>
            <a:ext cx="3285925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6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DUNGEON SERVICE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2128" y="1035053"/>
            <a:ext cx="1583667" cy="2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งาน</a:t>
            </a:r>
            <a:r>
              <a:rPr lang="en-US" sz="1200" spc="24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ไว · ปลอดภัย ·ไว้ใจได้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35391" y="434978"/>
            <a:ext cx="1259481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NODE · 04 / 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75306" y="615953"/>
            <a:ext cx="1019575" cy="1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0"/>
              </a:lnSpc>
            </a:pPr>
            <a:r>
              <a:rPr lang="en-US" sz="825" spc="149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STATUS · OPEN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06428" y="1854203"/>
            <a:ext cx="4334608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252">
                <a:solidFill>
                  <a:srgbClr val="6A8AB3"/>
                </a:solidFill>
                <a:latin typeface="Shareb"/>
                <a:ea typeface="Shareb"/>
                <a:cs typeface="Shareb"/>
                <a:sym typeface="Shareb"/>
              </a:rPr>
              <a:t>▸ DUNGEON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06428" y="2120903"/>
            <a:ext cx="4444819" cy="32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b="true" sz="2050" spc="41">
                <a:solidFill>
                  <a:srgbClr val="00B4FF"/>
                </a:solidFill>
                <a:latin typeface="Arimo Bold"/>
                <a:ea typeface="Arimo Bold"/>
                <a:cs typeface="Arimo Bold"/>
                <a:sym typeface="Arimo Bold"/>
              </a:rPr>
              <a:t>DESTRUCTION &amp; REGENERATION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6428" y="2516191"/>
            <a:ext cx="4334608" cy="215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ดันเจี้ยนการทำลายล้างและการฟื้นฟู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5503" y="3125791"/>
            <a:ext cx="3912746" cy="13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197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▸ TARGET BOSS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5503" y="3354391"/>
            <a:ext cx="2104159" cy="3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b="true" sz="2100" spc="105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SUSANOOMON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5503" y="3681955"/>
            <a:ext cx="3912746" cy="1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ซูซาโนะโอมอน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5503" y="4091530"/>
            <a:ext cx="3912746" cy="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วัตถุดิบ · ชิ้นส่วนดิจิโค๊ด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66667" y="5771950"/>
            <a:ext cx="4030475" cy="14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975" spc="293">
                <a:solidFill>
                  <a:srgbClr val="00B4FF"/>
                </a:solidFill>
                <a:latin typeface="Shareb"/>
                <a:ea typeface="Shareb"/>
                <a:cs typeface="Shareb"/>
                <a:sym typeface="Shareb"/>
              </a:rPr>
              <a:t>// SERVICE PACKAGES //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683253" y="6401048"/>
            <a:ext cx="41766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1 รอบ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84743" y="6443910"/>
            <a:ext cx="314704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11 ชิ้น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247437" y="6381998"/>
            <a:ext cx="233119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30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683253" y="7175744"/>
            <a:ext cx="153123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ครอสโหลดเดอร์ Lv.0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430832" y="7223342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110 ชิ้น / 10 รอบ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30810" y="7188505"/>
            <a:ext cx="349746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200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711828" y="8139713"/>
            <a:ext cx="150266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275" b="true">
                <a:solidFill>
                  <a:srgbClr val="DCEEFF"/>
                </a:solidFill>
                <a:latin typeface="Arimo Bold"/>
                <a:ea typeface="Arimo Bold"/>
                <a:cs typeface="Arimo Bold"/>
                <a:sym typeface="Arimo Bold"/>
              </a:rPr>
              <a:t>ครอสโหลดเดอร์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30832" y="8198444"/>
            <a:ext cx="868615" cy="1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36">
                <a:solidFill>
                  <a:srgbClr val="6A8AB3"/>
                </a:solidFill>
                <a:latin typeface="Arimo"/>
                <a:ea typeface="Arimo"/>
                <a:cs typeface="Arimo"/>
                <a:sym typeface="Arimo"/>
              </a:rPr>
              <a:t>363 ชิ้น / 33 รอบ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30810" y="8136531"/>
            <a:ext cx="349746" cy="26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600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034238" y="9518256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สอบถามคิว หรือ รายละเอียดเพิ่มเติม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034238" y="9724825"/>
            <a:ext cx="2218534" cy="27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3"/>
              </a:lnSpc>
            </a:pP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ทักแชท </a:t>
            </a:r>
            <a:r>
              <a:rPr lang="en-US" sz="1050" b="true">
                <a:solidFill>
                  <a:srgbClr val="FFD700"/>
                </a:solidFill>
                <a:latin typeface="Arimo Bold"/>
                <a:ea typeface="Arimo Bold"/>
                <a:cs typeface="Arimo Bold"/>
                <a:sym typeface="Arimo Bold"/>
              </a:rPr>
              <a:t>(Inbox) </a:t>
            </a:r>
            <a:r>
              <a:rPr lang="en-US" sz="1050">
                <a:solidFill>
                  <a:srgbClr val="DCEEFF"/>
                </a:solidFill>
                <a:latin typeface="Arimo"/>
                <a:ea typeface="Arimo"/>
                <a:cs typeface="Arimo"/>
                <a:sym typeface="Arimo"/>
              </a:rPr>
              <a:t>หรือคอมเมนต์ไว้ได้เลย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DAHIZKbe7h4</dc:identifier>
  <dcterms:modified xsi:type="dcterms:W3CDTF">2011-08-01T06:04:30Z</dcterms:modified>
  <cp:revision>1</cp:revision>
  <dc:title>dmo-4cards-blue.pptx</dc:title>
</cp:coreProperties>
</file>